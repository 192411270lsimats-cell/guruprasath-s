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71" r:id="rId9"/>
    <p:sldId id="263" r:id="rId10"/>
    <p:sldId id="272" r:id="rId11"/>
    <p:sldId id="273" r:id="rId12"/>
    <p:sldId id="274" r:id="rId13"/>
    <p:sldId id="264" r:id="rId14"/>
    <p:sldId id="275" r:id="rId15"/>
    <p:sldId id="265" r:id="rId16"/>
    <p:sldId id="266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B9950-D941-4840-B12E-C5F42B38C4D2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5F003-FDF8-41BE-8939-711C1321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70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E2C3-5EDC-29DC-6094-5C874B703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A4EC6-84D5-9BC6-2844-D843E0353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44520-674A-7264-2DCC-760837F3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D217-CDA4-B2B9-385D-65759B9E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B26BD-CEB5-F373-2384-5734DC02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81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75E2-F72C-E475-080A-60F168E9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D1C5E-4142-AEC0-C3A3-516EBFE9D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E2316-4D34-F45C-9D78-9FAECF5C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2D9C-FE6E-803E-BBDC-25440032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ECB2-4F08-CACB-4094-D97EC2E1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93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F2CE-93D7-DAA2-BD30-D5D0BADB5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EF62E-18F5-ED0F-8F5B-E00E717C3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FDC03-1E43-83C9-D748-1DAC8621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69DC-9CD8-A6A3-5F9F-FE04DCF6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1CEE1-5942-6DFA-275E-A29BF4BE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3230-26F8-43ED-BD23-C19BBAFA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B657-C26B-37E6-19B8-03F0D1BA3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F32A6-7C37-2DB1-1921-DE6D6985E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104CE-C29F-6E4A-ABA3-535A24E1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BCB32-0AA6-1259-2886-58E0A8F2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811AA-8903-7563-98D7-73359972C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43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BDB4-A4FD-A37C-EAF2-9E710386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2BE51-8008-9218-63C9-8C82C6FC5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A011-CE49-022E-D960-2A0709A9C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7118D-2897-6A5D-510A-859D192A2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88EBD-DAED-C194-DAD8-4625548F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4672-131D-BE5C-3BD1-91DA60C4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38E0E-89ED-2728-EAFA-414E708B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E66462-17C4-2E3A-F3EF-00571160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88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E2911-39F8-E2E7-A212-F8CEC734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4D4EF-F14F-9806-3D20-DEE23DA3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8453D-6D2F-9E25-F99C-BD5F4748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AE8FF-21AC-AB2C-216C-C1758806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90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256F4-B085-02B0-14D3-D413DE5B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5FC13-61BE-6FD2-5CBA-9C7AE071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8665-9B61-CED5-B6F5-C6A383E3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1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32A9-015F-BA12-2E31-7EEB4D3F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631F4-CFE1-C8E1-0277-BBB0A4990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2EA7B-83E0-58DE-61FB-DB4966886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E56C1-8A9C-5983-A4AF-DE3E9438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3931F-7CB6-7013-468F-6C5AF0D5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C20BC-A310-14B9-8896-DBB58CF5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70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8A81-F1B1-8C30-B188-1E32FAFA3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F406B-5F2B-CD4A-E806-385BB0D54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D1AF-7373-B5AD-6B94-CE6F7048B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7B919-550D-B154-7724-A24FBF32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4F9E0-63C4-DC38-1B56-9F942356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27C70-43E8-630F-0B6C-F0681A20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7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DD57-E6E2-D28B-5E0D-21FE0C79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F6BFF-231B-A981-5A8C-3F5A7CAE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12A2E-D22D-911B-EBA3-C1344F46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823F6-0E28-3F63-2A81-DDB59BBE0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6E128-BFE9-2C63-1F3C-09A5B070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26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FF032-F323-29ED-0B8D-F5342BB8C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3DA03-FB5E-A72C-636E-617D31E30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19A7D-FEF1-2F85-3367-726EF427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AB169-0750-BF1B-0D0C-59A92F0D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175E8-2337-342A-71D4-10DFCE75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769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39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AB93F0-FE9B-E1D1-53FD-5BA44ED8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E09B5-3E35-207D-EAC5-EBB47F2FC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04A0-4E29-ECA2-6843-93F11E114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72A0C-2731-4930-9FC0-5287BD8D10D0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15A54-E294-8E73-E4E4-978638E1D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DF592-D3B0-694C-1572-042F6D14E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80566-51D1-441E-AF25-09DED1C05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37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dsa/trees" TargetMode="External"/><Relationship Id="rId2" Type="http://schemas.openxmlformats.org/officeDocument/2006/relationships/hyperlink" Target="https://docs.oracle.com/en/jav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E37F-B320-8968-D3B0-565B754DD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719" y="1358035"/>
            <a:ext cx="10351625" cy="1542267"/>
          </a:xfrm>
        </p:spPr>
        <p:txBody>
          <a:bodyPr>
            <a:normAutofit/>
          </a:bodyPr>
          <a:lstStyle/>
          <a:p>
            <a:r>
              <a:rPr lang="en-IN" sz="4100" dirty="0"/>
              <a:t>Efficient File Management Using Tree Data Structures for Hierarchical Storage Organization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3E9CB-9062-3EF7-313E-38945D5B8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348" y="5162678"/>
            <a:ext cx="2823452" cy="863218"/>
          </a:xfrm>
        </p:spPr>
        <p:txBody>
          <a:bodyPr>
            <a:no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Rajesh Kumar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5D0EE615-5194-2078-5C4F-E4429E117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16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8277AC29-EE5F-CB44-5810-E9FED9FD1B28}"/>
              </a:ext>
            </a:extLst>
          </p:cNvPr>
          <p:cNvSpPr txBox="1"/>
          <p:nvPr/>
        </p:nvSpPr>
        <p:spPr>
          <a:xfrm>
            <a:off x="6631383" y="5162678"/>
            <a:ext cx="494326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Times New Roman"/>
                <a:cs typeface="Times New Roman"/>
              </a:rPr>
              <a:t>Presented</a:t>
            </a:r>
            <a:r>
              <a:rPr lang="en-US" sz="2000" b="1" spc="-80" dirty="0"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latin typeface="Times New Roman"/>
                <a:cs typeface="Times New Roman"/>
              </a:rPr>
              <a:t>By:</a:t>
            </a:r>
            <a:br>
              <a:rPr lang="en-US" sz="2000" b="1" spc="-25" dirty="0">
                <a:latin typeface="Times New Roman"/>
                <a:cs typeface="Times New Roman"/>
              </a:rPr>
            </a:br>
            <a:r>
              <a:rPr lang="en-US" sz="2000" spc="-25" dirty="0">
                <a:latin typeface="Times New Roman"/>
                <a:cs typeface="Times New Roman"/>
              </a:rPr>
              <a:t>GURUPRASATH. S(192411270L)</a:t>
            </a:r>
          </a:p>
          <a:p>
            <a:pPr marL="12700"/>
            <a:r>
              <a:rPr lang="en-US" sz="2000" b="1" dirty="0">
                <a:latin typeface="Times New Roman"/>
                <a:cs typeface="Times New Roman"/>
              </a:rPr>
              <a:t>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Maruthu Pandi – 192511162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9725406E-9FD7-7BBA-2A64-838AF71017F2}"/>
              </a:ext>
            </a:extLst>
          </p:cNvPr>
          <p:cNvSpPr txBox="1"/>
          <p:nvPr/>
        </p:nvSpPr>
        <p:spPr>
          <a:xfrm>
            <a:off x="225050" y="3275111"/>
            <a:ext cx="10766038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12700" algn="ctr">
              <a:defRPr/>
            </a:pPr>
            <a:r>
              <a:rPr lang="en-IN" sz="3200" b="1" dirty="0"/>
              <a:t>CSA0315 - 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110412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33FF-963A-A449-3CD3-B3555D10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333C9-44FE-E1C0-94F5-E0E767BA5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application that organizes files and folders using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Data Structure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tree structure represents the hierarchical relationship between directories and files, similar to how modern operating systems manage storage.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project: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folder is represented as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top-most folder is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Subfolders and files are stored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nodes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create, search, delete, and move folders efficiently using tree operations. 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 Tree Data Structure can solve real-world problems by providing fast navigation, organized storage, and scalable data 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6317F-16F7-3E12-F6C7-7816AE83739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EA674-323E-20AE-73D1-4FBBA434370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1848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8DAD1-C2D5-99E0-43DA-6C183089B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Tree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CED83-AD3D-FBEE-46BE-0770878A4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Tree is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hierarchical data structure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nodes connected by edges.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arrays or linked lists, trees store data in a parent-child relationship.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Node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Node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Subtree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C9BDF-0F03-F02C-8CB6-D17A911F785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BE1556-EECD-4328-A9AA-7FCFBC31D52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147376-75A0-222E-8327-71C7A84C6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56213"/>
            <a:ext cx="4776314" cy="353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48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8E6D-AF29-1C71-DA43-BA6E2399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05" y="12450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90889-57CE-A385-FBF8-7B0E77A6B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278" y="1574563"/>
            <a:ext cx="10515600" cy="495015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thousands of files using a simple list becomes inefficient</a:t>
            </a:r>
          </a:p>
          <a:p>
            <a:pPr lvl="0">
              <a:lnSpc>
                <a:spcPct val="17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takes more time. </a:t>
            </a:r>
          </a:p>
          <a:p>
            <a:pPr lvl="0">
              <a:lnSpc>
                <a:spcPct val="17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becomes confusing. </a:t>
            </a:r>
          </a:p>
          <a:p>
            <a:pPr lvl="0">
              <a:lnSpc>
                <a:spcPct val="17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Folder relationships are difficult to maintain. </a:t>
            </a:r>
          </a:p>
          <a:p>
            <a:pPr lvl="0">
              <a:lnSpc>
                <a:spcPct val="17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organization becomes poor. </a:t>
            </a:r>
          </a:p>
          <a:p>
            <a:pPr>
              <a:lnSpc>
                <a:spcPct val="17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hierarchical Tree Structure solves these issues by providing an organized and scalable method of storing files and folders.</a:t>
            </a:r>
          </a:p>
          <a:p>
            <a:pPr>
              <a:lnSpc>
                <a:spcPct val="17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ABE7F-DBCC-C765-D959-A0BB480F63A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591ED2-8865-AB35-FA67-8E545373BE7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0005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752D-0897-88BE-B279-A0287F0E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1434"/>
            <a:ext cx="11706398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05A5F-13D5-6F17-E452-6CA1FFC6B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798" y="1693744"/>
            <a:ext cx="10515600" cy="435133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Tree Data Structure in a real-world application.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folders hierarchically.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efficient insertion and deletion.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searching using tree traversal.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navigation efficiency.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practical use of non-linear data structures. 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5832A-C686-AB7E-4033-8BA900E4CEE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650" y="566030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D3C1E2-85AC-CD3A-8ABC-21D1CA6E3E8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280" y="812918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974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7F66-232E-26C7-C0B3-FA2C1BE9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5F2B0-0BB3-A0B6-D4E0-962E369692A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80900-240A-6F69-48C3-C12A6888415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16E9A7-DF6B-5387-BCC3-15FAB939D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690688"/>
            <a:ext cx="10177272" cy="45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20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B0CD-054E-09DB-797D-0F2C7F77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Tree Structure Representation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E1DA-6E44-B51F-776C-E59782C65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6924" y="1963868"/>
            <a:ext cx="3679786" cy="4275539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Root represents the main directory. </a:t>
            </a:r>
          </a:p>
          <a:p>
            <a:pPr lvl="0">
              <a:lnSpc>
                <a:spcPct val="15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Every folder becomes a parent node. </a:t>
            </a:r>
          </a:p>
          <a:p>
            <a:pPr lvl="0">
              <a:lnSpc>
                <a:spcPct val="15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Files are stored as child nodes. </a:t>
            </a:r>
          </a:p>
          <a:p>
            <a:pPr lvl="0">
              <a:lnSpc>
                <a:spcPct val="15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hierarchy allows efficient navigation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955E9-DD4C-0E98-B70D-319260CCA0A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87E72D-CFBA-273F-48E4-EB69B4AF440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 is a tree data structure? - Web Development - Discussion Forum | Board  Infinity">
            <a:extLst>
              <a:ext uri="{FF2B5EF4-FFF2-40B4-BE49-F238E27FC236}">
                <a16:creationId xmlns:a16="http://schemas.microsoft.com/office/drawing/2014/main" id="{726FCD87-B872-4952-A221-09FA50634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90" y="1963868"/>
            <a:ext cx="6691642" cy="396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83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2747" y="49614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NODE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532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and folder is represented by the same struct — a boolean flag tells operations whether it's a leaf (file) or can have children (folder).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617720"/>
          </a:xfrm>
          <a:prstGeom prst="roundRect">
            <a:avLst>
              <a:gd name="adj" fmla="val 1584"/>
            </a:avLst>
          </a:prstGeom>
          <a:solidFill>
            <a:srgbClr val="0F16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25880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102412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8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#include&lt;stdio.h&gt;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8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#include&lt;malloc.h&gt;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8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NAME_LEN 50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Node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name[NAME_LEN];      // file or folder name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isFile;              // 1 = file, 0 = folder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*firstChild;  // first child (folder only)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*nextSibling; // next node at same level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Node;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createNode(char *name, int isFile)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*n = (Node*) malloc(sizeof(Node));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strcpy(n-&gt;name, name);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n-&gt;isFile = isFile;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n-&gt;firstChild = n-&gt;nextSibling = NULL;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4FA0B7-5C9F-B33D-ACB4-1F5E48CF8EC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19740C-DBFD-F8AB-7564-251C9433631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374C-18B8-60AB-3674-389E6E7C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69" y="-89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3BEC-1BC2-5C18-B50C-26992FF20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278" y="4464355"/>
            <a:ext cx="10528408" cy="183586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4.Traversal   (User must visit every node at least once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Preorder Traversal (Root – Left Node –Right Node )</a:t>
            </a:r>
          </a:p>
          <a:p>
            <a:pPr algn="ctr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order Traversal (Left Node –Right Node –Root)</a:t>
            </a:r>
          </a:p>
          <a:p>
            <a:pPr algn="ctr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Traversal (Left Node –Root –Right Node )</a:t>
            </a:r>
          </a:p>
          <a:p>
            <a:pPr algn="ctr">
              <a:lnSpc>
                <a:spcPct val="10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9D744-45B9-2577-35F6-344955E350C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BA4A5C-33F2-4D85-9927-2D4972E2E1B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49F4C4-F6A8-4A34-32B6-C1E9205880B4}"/>
              </a:ext>
            </a:extLst>
          </p:cNvPr>
          <p:cNvSpPr txBox="1"/>
          <p:nvPr/>
        </p:nvSpPr>
        <p:spPr>
          <a:xfrm>
            <a:off x="1021930" y="1139999"/>
            <a:ext cx="1052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1.Insertion                                                            2.Deletion                                              3.Searching 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C72B57-CEEB-44B4-7235-2A6038907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177" b="6999"/>
          <a:stretch>
            <a:fillRect/>
          </a:stretch>
        </p:blipFill>
        <p:spPr>
          <a:xfrm>
            <a:off x="948778" y="1470585"/>
            <a:ext cx="2471078" cy="26288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1C1FD9-7E7C-3A67-E724-171DAADD36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975" t="5573" r="33625" b="11825"/>
          <a:stretch>
            <a:fillRect/>
          </a:stretch>
        </p:blipFill>
        <p:spPr>
          <a:xfrm>
            <a:off x="4320912" y="1507132"/>
            <a:ext cx="2908514" cy="2774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E1108F-4C6E-EED4-062E-112F72B886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87" t="6118" b="10843"/>
          <a:stretch>
            <a:fillRect/>
          </a:stretch>
        </p:blipFill>
        <p:spPr>
          <a:xfrm>
            <a:off x="8130482" y="1524306"/>
            <a:ext cx="2841460" cy="27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01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81584" y="9418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 — Display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0F16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178308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25880" y="178308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displayTree(Node *node, int depth)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NULL) return;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depth; i++)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   ");            // indent per depth level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printf("%s%s\n", node-&gt;name, node-&gt;isFile ? "" : "/");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displayTree(node-&gt;firstChild, depth + 1);  // go deeper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displayTree(node-&gt;nextSibling, depth);     // go across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1A516B-5C0E-9864-C640-5F37802112B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6B1A77-5D78-ED2C-7A30-8806160C7AD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53BF99-1614-96EF-DF3E-7B1A51656EE9}"/>
              </a:ext>
            </a:extLst>
          </p:cNvPr>
          <p:cNvSpPr txBox="1"/>
          <p:nvPr/>
        </p:nvSpPr>
        <p:spPr>
          <a:xfrm>
            <a:off x="2343150" y="784371"/>
            <a:ext cx="7815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 — Display Function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07008" y="704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 — Search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0F16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178308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25880" y="178308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searchNode(Node *node, char *target)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NULL) return NULL;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(strcmp(node-&gt;name, target) == 0)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node;                       // match found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*found = searchNode(node-&gt;firstChild, target);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(found != NULL) return found;       // found inside subtree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searchNode(node-&gt;nextSibling, target); // try next sibling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2BDDF7-3DC3-0E22-6E7E-C66033DB024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9F99AE-AF2E-5633-85A5-087A31A1504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91840" y="893027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 — Delete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5074920"/>
          </a:xfrm>
          <a:prstGeom prst="roundRect">
            <a:avLst>
              <a:gd name="adj" fmla="val 1441"/>
            </a:avLst>
          </a:prstGeom>
          <a:solidFill>
            <a:srgbClr val="0F16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16002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25880" y="160020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102412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freeTree(Node *node)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NULL) return;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freeTree(node-&gt;firstChild);   // free children first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freeTree(node-&gt;nextSibling);  // then siblings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free(node);                   // finally, this node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E8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Caller: relink the parent before freeing the target subtree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deleteNode(Node *parent, char *name)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*cur = parent-&gt;firstChild, *prev = NULL;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 &amp;&amp; strcmp(cur-&gt;name, name) != 0)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 = cur; cur = cur-&gt;nextSibling;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(!cur) return;                          // not found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(prev) prev-&gt;nextSibling = cur-&gt;nextSibling;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parent-&gt;firstChild = cur-&gt;nextSibling;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cur-&gt;nextSibling = NULL;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freeTree(cur);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033D13-BA71-C5A8-AC34-4736A0ED1A2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B91C3D-0F98-B73B-246E-0FBDB927E8E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090D-0ADA-BE53-4A71-08667C13E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22E6-9427-F16D-A276-E4D025084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2438" cy="45173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application.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folder is created.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folders are inserted as child nodes.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stored inside folders.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traversal displays the hierarchy.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operations locate files efficiently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B9101-6D08-7150-A7DD-5C1FD5806C3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102451-B503-9AFE-273F-F0E95BDACFE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FA332B-1285-232E-33C3-D6D9944BA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005" y="1825625"/>
            <a:ext cx="3905795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470" y="49443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kern="0" spc="20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91840" y="103558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Sample Program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console-menu driven session: the user creates a few folders and files, then displays the tree.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0F162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22860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25880" y="228600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Smart File Management System =====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8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 2. Search  3. Display  4. Delete  5. Exit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D3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name: root | New name: Docs | Type (0=folder): 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created under root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D3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name: Docs | New name: resume.docx | Type: 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resume.docx created under Docs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D3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root/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Docs/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resume.docx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Music/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song.mp3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68DE46-89DF-5C74-7A8B-D4697747A9C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A8A2ED-9875-FD06-9117-3B8E2FDDF4A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C14D-AA7C-7845-568F-CC0D47E2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44EB6-3C1B-551D-8BF0-D6A2F5513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organization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navigation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searching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insertion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deletion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storage complexity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86689-1159-390F-0FC5-3C52F540FF9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02BB23-FF2E-995A-1387-8E8044F8C2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C34927-2FC4-F4F1-AAE7-F5510A57A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493" y="1922181"/>
            <a:ext cx="4109012" cy="389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33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DFB6-D83E-3A1D-B4DC-F8120520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92511-DE85-F714-DFD8-AAC4BB522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 System Using Tree Data Structure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a non-linear data structure can be applied to solve a practical problem. </a:t>
            </a:r>
          </a:p>
          <a:p>
            <a:pPr>
              <a:lnSpc>
                <a:spcPct val="2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organizing folders and files as tree nodes, the system enables efficient insertion, deletion, searching, and traversal. </a:t>
            </a:r>
          </a:p>
          <a:p>
            <a:pPr>
              <a:lnSpc>
                <a:spcPct val="2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the importance of trees in managing hierarchical data and showcases their applications in modern operating systems and cloud storage platforms.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BDA41-DA94-41DA-3541-453EC8C7721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08708-D4D7-C8EC-C158-B5B69E940F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2202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ADD3-90D4-7EBC-798A-8ADD66B4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92" y="-6369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A6D4A-7F83-8AC0-9E5B-B448AC891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" y="1261872"/>
            <a:ext cx="11795760" cy="5596127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 (2022).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ed.). MIT Press.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Goodrich, M. T.,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Tamassia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Goldwasser, M. H. (2014).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in Python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John Wiley &amp; Sons.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Horowitz, E., Sahni, S., &amp; Anderson-Freed, S. (2008).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data structures in 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ed.). Universities Press.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Lafore, R. (2002).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in Java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ed.). Sams Publishing.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Microsoft. (2025).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https://learn.microsoft.com/windows/win32/fileio/file-systems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Oracle. (2025).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documentation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https://docs.oracle.com/en/java/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(2025).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data structure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https://www.programiz.com/dsa/trees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Sahni, S. (2005).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structures, algorithms, and applications in C++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ed.). Universities Press.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 (2014).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ed.). Pearson.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EB0CC-6117-5466-6C43-DD6C27BA532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DCFFC9-8022-22A0-6E90-90F823D47CA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24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96,200+ Thank You Stock Photos, Pictures &amp; Royalty-Free Images - iStock">
            <a:extLst>
              <a:ext uri="{FF2B5EF4-FFF2-40B4-BE49-F238E27FC236}">
                <a16:creationId xmlns:a16="http://schemas.microsoft.com/office/drawing/2014/main" id="{03367972-8184-BB3C-E72E-705661FA2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536" y="993181"/>
            <a:ext cx="9710927" cy="5069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F0CBC2-99BA-9E3E-EFCD-3AFCEEC46A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898"/>
            <a:ext cx="840278" cy="99407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831E8-F468-1432-61A1-838C51883DB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505" y="0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08133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1380</Words>
  <Application>Microsoft Office PowerPoint</Application>
  <PresentationFormat>Widescreen</PresentationFormat>
  <Paragraphs>174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Century Schoolbook</vt:lpstr>
      <vt:lpstr>Courier New</vt:lpstr>
      <vt:lpstr>Times New Roman</vt:lpstr>
      <vt:lpstr>Office Theme</vt:lpstr>
      <vt:lpstr>Efficient File Management Using Tree Data Structures for Hierarchical Storage Organization</vt:lpstr>
      <vt:lpstr>Project Overview</vt:lpstr>
      <vt:lpstr>Introduction to Tree Data Structure</vt:lpstr>
      <vt:lpstr>Problem Statement</vt:lpstr>
      <vt:lpstr>Objectives</vt:lpstr>
      <vt:lpstr>Project Architecture </vt:lpstr>
      <vt:lpstr>Tree Structure Representation</vt:lpstr>
      <vt:lpstr>PowerPoint Presentation</vt:lpstr>
      <vt:lpstr>Operations Performed</vt:lpstr>
      <vt:lpstr>PowerPoint Presentation</vt:lpstr>
      <vt:lpstr>PowerPoint Presentation</vt:lpstr>
      <vt:lpstr>PowerPoint Presentation</vt:lpstr>
      <vt:lpstr>Working Process</vt:lpstr>
      <vt:lpstr>PowerPoint Presentation</vt:lpstr>
      <vt:lpstr>Advantages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maruthu pandi</dc:creator>
  <cp:lastModifiedBy>Guruprasath S</cp:lastModifiedBy>
  <cp:revision>7</cp:revision>
  <dcterms:created xsi:type="dcterms:W3CDTF">2026-08-06T16:10:56Z</dcterms:created>
  <dcterms:modified xsi:type="dcterms:W3CDTF">2026-08-08T08:01:08Z</dcterms:modified>
</cp:coreProperties>
</file>